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Japanese Philosophers: Mantra Creation Activity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Thought Through Simple Phrases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Kūkai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 + ritual = enlightenment</a:t>
            </a:r>
          </a:p>
          <a:p>
            <a:pPr lvl="1"/>
            <a:r>
              <a:t>Mantras connect to cosmic truth</a:t>
            </a:r>
          </a:p>
        </p:txBody>
      </p:sp>
      <p:pic>
        <p:nvPicPr>
          <p:cNvPr id="4" name="Picture 3" descr="7da967ed-0cf9-4259-856a-8246fec95b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470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Dōgen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Meditation is enlightenment</a:t>
            </a:r>
          </a:p>
          <a:p>
            <a:pPr lvl="1"/>
            <a:r>
              <a:t>Presence in every action</a:t>
            </a:r>
          </a:p>
        </p:txBody>
      </p:sp>
      <p:pic>
        <p:nvPicPr>
          <p:cNvPr id="4" name="Picture 3" descr="7da967ed-0cf9-4259-856a-8246fec95b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470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Norinaga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Truth through emotion</a:t>
            </a:r>
          </a:p>
          <a:p>
            <a:pPr lvl="1"/>
            <a:r>
              <a:t>Beauty in impermanence</a:t>
            </a:r>
          </a:p>
        </p:txBody>
      </p:sp>
      <p:pic>
        <p:nvPicPr>
          <p:cNvPr id="4" name="Picture 3" descr="7da967ed-0cf9-4259-856a-8246fec95b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470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Nishida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Pure experience beyond thought</a:t>
            </a:r>
          </a:p>
          <a:p>
            <a:pPr lvl="1"/>
            <a:r>
              <a:t>Unity of self &amp; world</a:t>
            </a:r>
          </a:p>
        </p:txBody>
      </p:sp>
      <p:pic>
        <p:nvPicPr>
          <p:cNvPr id="4" name="Picture 3" descr="7da967ed-0cf9-4259-856a-8246fec95b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470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Your Mantra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a philosopher and create a short phrase:</a:t>
            </a:r>
          </a:p>
          <a:p>
            <a:pPr lvl="1"/>
            <a:r>
              <a:t>Kūkai → Something about unity or light</a:t>
            </a:r>
          </a:p>
          <a:p>
            <a:pPr lvl="1"/>
            <a:r>
              <a:t>Dōgen → Presence or breath</a:t>
            </a:r>
          </a:p>
          <a:p>
            <a:pPr lvl="1"/>
            <a:r>
              <a:t>Norinaga → Feelings &amp; impermanence</a:t>
            </a:r>
          </a:p>
          <a:p>
            <a:pPr lvl="1"/>
            <a:r>
              <a:t>Nishida → Experience &amp; oneness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your mantra guide everyday choices?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