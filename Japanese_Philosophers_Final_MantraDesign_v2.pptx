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Japanese Philosophers: Mantra Creation Activity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Thought Through Simple Phrases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Kūkai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774 in Shikoku, Japan</a:t>
            </a:r>
          </a:p>
          <a:p>
            <a:pPr lvl="1"/>
            <a:r>
              <a:t>Founded Shingon Buddhism</a:t>
            </a:r>
          </a:p>
          <a:p>
            <a:pPr lvl="1"/>
            <a:r>
              <a:t>Scholar, poet &amp; master calligrapher</a:t>
            </a:r>
          </a:p>
          <a:p>
            <a:pPr lvl="1"/>
            <a:r>
              <a:t>Traveled to China to study esoteric Buddhism</a:t>
            </a:r>
          </a:p>
          <a:p>
            <a:pPr lvl="1"/>
            <a:r>
              <a:t>Known for linking art + ritual to enlightenment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Dōgen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1200 in Kyoto</a:t>
            </a:r>
          </a:p>
          <a:p>
            <a:pPr lvl="1"/>
            <a:r>
              <a:t>Founder of Sōtō Zen sect</a:t>
            </a:r>
          </a:p>
          <a:p>
            <a:pPr lvl="1"/>
            <a:r>
              <a:t>Trained in China for several years</a:t>
            </a:r>
          </a:p>
          <a:p>
            <a:pPr lvl="1"/>
            <a:r>
              <a:t>Taught zazen: meditation as true enlightenment</a:t>
            </a:r>
          </a:p>
          <a:p>
            <a:pPr lvl="1"/>
            <a:r>
              <a:t>Wrote major work: Shōbōgenzō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Motoori Norinaga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1730 in Mie Prefecture</a:t>
            </a:r>
          </a:p>
          <a:p>
            <a:pPr lvl="1"/>
            <a:r>
              <a:t>Scholar of ancient Japanese culture</a:t>
            </a:r>
          </a:p>
          <a:p>
            <a:pPr lvl="1"/>
            <a:r>
              <a:t>Focused on Kojiki &amp; classical literature</a:t>
            </a:r>
          </a:p>
          <a:p>
            <a:pPr lvl="1"/>
            <a:r>
              <a:t>Emphasized emotional truth &amp; identity</a:t>
            </a:r>
          </a:p>
          <a:p>
            <a:pPr lvl="1"/>
            <a:r>
              <a:t>Major concept: Mono no aware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Nishida Kitarō Biography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1870 in Ishikawa Prefecture</a:t>
            </a:r>
          </a:p>
          <a:p>
            <a:pPr lvl="1"/>
            <a:r>
              <a:t>Founder of Kyoto School of philosophy</a:t>
            </a:r>
          </a:p>
          <a:p>
            <a:pPr lvl="1"/>
            <a:r>
              <a:t>Blended Eastern + Western philosophy</a:t>
            </a:r>
          </a:p>
          <a:p>
            <a:pPr lvl="1"/>
            <a:r>
              <a:t>Introduced 'Pure Experience' theory</a:t>
            </a:r>
          </a:p>
          <a:p>
            <a:pPr lvl="1"/>
            <a:r>
              <a:t>Explored logic, unity &amp; nothingness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Philosophies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they approach truth &amp; enlightenment:</a:t>
            </a:r>
          </a:p>
          <a:p>
            <a:pPr lvl="1"/>
            <a:r>
              <a:t>Kūkai — Enlightenment through ritual &amp; symbolic expression</a:t>
            </a:r>
          </a:p>
          <a:p>
            <a:pPr lvl="1"/>
            <a:r>
              <a:t>Dōgen — Enlightenment through present-moment meditation</a:t>
            </a:r>
          </a:p>
          <a:p>
            <a:pPr lvl="1"/>
            <a:r>
              <a:t>Norinaga — Truth through heartfelt emotion and culture</a:t>
            </a:r>
          </a:p>
          <a:p>
            <a:pPr lvl="1"/>
            <a:r>
              <a:t>Nishida — Unity of self &amp; world through pure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Your Mantra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a philosopher and create a short phrase:</a:t>
            </a:r>
          </a:p>
          <a:p>
            <a:pPr lvl="1"/>
            <a:r>
              <a:t>Kūkai → Something about unity or light</a:t>
            </a:r>
          </a:p>
          <a:p>
            <a:pPr lvl="1"/>
            <a:r>
              <a:t>Dōgen → Presence or breath</a:t>
            </a:r>
          </a:p>
          <a:p>
            <a:pPr lvl="1"/>
            <a:r>
              <a:t>Norinaga → Feelings &amp; impermanence</a:t>
            </a:r>
          </a:p>
          <a:p>
            <a:pPr lvl="1"/>
            <a:r>
              <a:t>Nishida → Experience &amp; oneness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your mantra guide everyday choices?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Japanese Philosophers: Mantra Creation Activity</vt:lpstr>
      <vt:lpstr>Kūkai Biography</vt:lpstr>
      <vt:lpstr>Dōgen Biography</vt:lpstr>
      <vt:lpstr>Motoori Norinaga Biography</vt:lpstr>
      <vt:lpstr>Nishida Kitarō Biography</vt:lpstr>
      <vt:lpstr>Comparing Philosophies</vt:lpstr>
      <vt:lpstr>Create Your Mantra</vt:lpstr>
      <vt:lpstr>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Arnav Kapoor</cp:lastModifiedBy>
  <cp:revision>2</cp:revision>
  <dcterms:created xsi:type="dcterms:W3CDTF">2013-01-27T09:14:16Z</dcterms:created>
  <dcterms:modified xsi:type="dcterms:W3CDTF">2025-11-10T07:15:23Z</dcterms:modified>
  <cp:category/>
</cp:coreProperties>
</file>