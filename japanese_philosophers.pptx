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Lifespan</c:v>
                </c:pt>
              </c:strCache>
            </c:strRef>
          </c:tx>
          <c:spPr>
            <a:solidFill>
              <a:srgbClr val="7228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Nishida Kitarō</c:v>
                  </c:pt>
                  <c:pt idx="1">
                    <c:v>Tanabe Hajime</c:v>
                  </c:pt>
                  <c:pt idx="2">
                    <c:v>Nishitani Keiji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77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Philosopher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Years Lived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Emphasis</c:v>
                </c:pt>
              </c:strCache>
            </c:strRef>
          </c:tx>
          <c:spPr>
            <a:solidFill>
              <a:srgbClr val="D72D51"/>
            </a:solidFill>
            <a:ln w="25400" cap="flat">
              <a:solidFill>
                <a:srgbClr val="D72D51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D72D51"/>
              </a:solidFill>
              <a:ln w="9525" cap="flat">
                <a:solidFill>
                  <a:srgbClr val="D72D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Synthesis</c:v>
                  </c:pt>
                  <c:pt idx="1">
                    <c:v>Practice</c:v>
                  </c:pt>
                  <c:pt idx="2">
                    <c:v>Relationality</c:v>
                  </c:pt>
                  <c:pt idx="3">
                    <c:v>Aesthetics</c:v>
                  </c:pt>
                  <c:pt idx="4">
                    <c:v>Context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5864" y="1028700"/>
            <a:ext cx="6752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DEB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Japanese Philosophers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274740" y="2781300"/>
            <a:ext cx="45945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Journey Through Eastern Wisdom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891827" y="3810000"/>
            <a:ext cx="33601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Ancient Traditions to Modern Thought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1143000" cy="76200"/>
          </a:xfrm>
          <a:prstGeom prst="rect">
            <a:avLst/>
          </a:prstGeom>
          <a:solidFill>
            <a:srgbClr val="DEB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533400"/>
            <a:ext cx="69465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722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Unique Character of Japanese Philosophy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2324100"/>
            <a:ext cx="41193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Characteristics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2781300"/>
            <a:ext cx="40386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of diverse traditions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Emphasis on practice over theory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aesthetic sensibility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Relationality and interconnection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00600" y="2362200"/>
            <a:ext cx="41193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Context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00600" y="2819400"/>
            <a:ext cx="41193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 philosophy evolved through centuries of blending Buddhism, Confucianism, Shinto, and Western thought into a distinctive intellectual tradition.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1143000" cy="76200"/>
          </a:xfrm>
          <a:prstGeom prst="rect">
            <a:avLst/>
          </a:prstGeom>
          <a:solidFill>
            <a:srgbClr val="DEB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5334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722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Ancient and Medieval Period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38250"/>
            <a:ext cx="8534400" cy="1219200"/>
          </a:xfrm>
          <a:prstGeom prst="roundRect">
            <a:avLst>
              <a:gd name="adj" fmla="val 625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8613" y="1238250"/>
            <a:ext cx="0" cy="1219200"/>
          </a:xfrm>
          <a:prstGeom prst="line">
            <a:avLst/>
          </a:prstGeom>
          <a:noFill/>
          <a:ln w="47625">
            <a:solidFill>
              <a:srgbClr val="D72D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2925" y="1428750"/>
            <a:ext cx="82678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Prince Shōtoku (574-622)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2925" y="1771650"/>
            <a:ext cx="8267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the Seventeen-Article Constitution, synthesizing Buddhist and Confucian principles with emphasis on harmony (wa).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4800" y="2686050"/>
            <a:ext cx="8534400" cy="990600"/>
          </a:xfrm>
          <a:prstGeom prst="roundRect">
            <a:avLst>
              <a:gd name="adj" fmla="val 7692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8613" y="2686050"/>
            <a:ext cx="0" cy="990600"/>
          </a:xfrm>
          <a:prstGeom prst="line">
            <a:avLst/>
          </a:prstGeom>
          <a:noFill/>
          <a:ln w="47625">
            <a:solidFill>
              <a:srgbClr val="D72D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2925" y="2876550"/>
            <a:ext cx="82678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Kūkai (774-835)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2925" y="3219450"/>
            <a:ext cx="82678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Shingon Buddhism, developed philosophy of esoteric knowledge and universal enlightenment potential.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800" y="3905250"/>
            <a:ext cx="8534400" cy="990600"/>
          </a:xfrm>
          <a:prstGeom prst="roundRect">
            <a:avLst>
              <a:gd name="adj" fmla="val 7692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8613" y="3905250"/>
            <a:ext cx="0" cy="990600"/>
          </a:xfrm>
          <a:prstGeom prst="line">
            <a:avLst/>
          </a:prstGeom>
          <a:noFill/>
          <a:ln w="47625">
            <a:solidFill>
              <a:srgbClr val="D72D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925" y="4095750"/>
            <a:ext cx="82678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Dōgen (1200-1253)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2925" y="4438650"/>
            <a:ext cx="82678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 master who taught shikan-taza (just sitting) and the philosophy that practice itself is enlightenment.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1143000" cy="76200"/>
          </a:xfrm>
          <a:prstGeom prst="rect">
            <a:avLst/>
          </a:prstGeom>
          <a:solidFill>
            <a:srgbClr val="DEB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5334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722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Edo Period Philosophers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9906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1603-1868: Flowering of Indigenous Thought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2552700"/>
            <a:ext cx="25908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Neo-Confucian School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4800" y="3009900"/>
            <a:ext cx="2540050" cy="1104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Hayashi Razan: Orthodox Neo-Confucianism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Yamazaki Ansai: Suika Shinto synthesis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02050" y="2400300"/>
            <a:ext cx="259085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Ancient Learning Movement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02050" y="3162300"/>
            <a:ext cx="2540050" cy="1104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Itō Jinsai: Return to original texts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Ogyū Sorai: Historical contextualism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99299" y="2590800"/>
            <a:ext cx="259085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Kokugaku (National Learning)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99" y="3352800"/>
            <a:ext cx="25908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Motoori Norinaga developed mono no aware (pathos of things) through study of ancient Japanese literature.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1143000" cy="76200"/>
          </a:xfrm>
          <a:prstGeom prst="rect">
            <a:avLst/>
          </a:prstGeom>
          <a:solidFill>
            <a:srgbClr val="DEB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5334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722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Kyoto School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9906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Japan's Most Influential Philosophical Movement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2247900"/>
            <a:ext cx="44938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Philosophers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4800" y="2552700"/>
            <a:ext cx="4405759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Nishida Kitarō (1870-1945): Absolute nothingness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Tanabe Hajime (1885-1962): Metanoetics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Nishitani Keiji (1900-1990): Religion and nothingness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3581400"/>
            <a:ext cx="44938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Contributions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4800" y="3924300"/>
            <a:ext cx="4493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Zen Buddhism with Western phenomenology and existentialism.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167759" y="1956941"/>
          <a:ext cx="3671441" cy="275346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1143000" cy="76200"/>
          </a:xfrm>
          <a:prstGeom prst="rect">
            <a:avLst/>
          </a:prstGeom>
          <a:solidFill>
            <a:srgbClr val="DEB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5334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722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Contemporary Voices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790700"/>
            <a:ext cx="41193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Post-War Thinkers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2095500"/>
            <a:ext cx="4038600" cy="1104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Watsuji Tetsurō: Ethics of human relationships (ningen)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Kimura Bin: Psychiatric phenomenology and betweenness (aida)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00600" y="1905000"/>
            <a:ext cx="41193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Applications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00600" y="2209800"/>
            <a:ext cx="40386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Phenomenology and hermeneutics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ethics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Intercultural dialogue</a:t>
            </a:r>
            <a:endParaRPr lang="en-US" sz="1350" dirty="0"/>
          </a:p>
        </p:txBody>
      </p:sp>
      <p:pic>
        <p:nvPicPr>
          <p:cNvPr id="8" name="Image 0" descr="/tmp/rasterized-gradient-7fd3ae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3429000"/>
            <a:ext cx="8534400" cy="1066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2628" y="3695700"/>
            <a:ext cx="82387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 philosophy continues to shape global conversations on mindfulness, relationality, and aesthetic consciousness.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1143000" cy="76200"/>
          </a:xfrm>
          <a:prstGeom prst="rect">
            <a:avLst/>
          </a:prstGeom>
          <a:solidFill>
            <a:srgbClr val="DEB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533400"/>
            <a:ext cx="69854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722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Threads &amp; Contemporary Relevance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676400"/>
            <a:ext cx="37448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Themes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2133600"/>
            <a:ext cx="3671441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of diverse traditions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over abstract theory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Relationality and interconnection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Aesthetic consciousness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contextuality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3848100"/>
            <a:ext cx="37448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D72D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Reading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800" y="4191000"/>
            <a:ext cx="37448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 Philosophy: A Sourcebook (Heisig, Kasulis, Maraldo)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433441" y="1491109"/>
          <a:ext cx="4405759" cy="330428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Japanese Philosophers</dc:title>
  <dc:subject>PptxGenJS Presentation</dc:subject>
  <dc:creator>Japanese Philosophy Course</dc:creator>
  <cp:lastModifiedBy>Japanese Philosophy Course</cp:lastModifiedBy>
  <cp:revision>1</cp:revision>
  <dcterms:created xsi:type="dcterms:W3CDTF">2025-11-10T07:17:46Z</dcterms:created>
  <dcterms:modified xsi:type="dcterms:W3CDTF">2025-11-10T07:17:46Z</dcterms:modified>
</cp:coreProperties>
</file>