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09605" y="457200"/>
            <a:ext cx="632479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18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Studying Japanese Philosophers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3223974" y="2133600"/>
            <a:ext cx="269605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18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and Practice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00500" y="2948880"/>
            <a:ext cx="1143000" cy="38100"/>
          </a:xfrm>
          <a:prstGeom prst="rect">
            <a:avLst/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799012" y="3748980"/>
            <a:ext cx="154582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24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90-Minute Lesson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20681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457200" y="1314450"/>
            <a:ext cx="4206812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20751"/>
            <a:ext cx="8229600" cy="8763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distinction between philosopher studies and intellectual history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basic dimensions for studying Japanese philosophers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Comprehend core problem-consciousness in research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2901851"/>
            <a:ext cx="4206812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308152"/>
            <a:ext cx="8229600" cy="8763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and collect basic literature types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frameworks for biographical research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simple research plans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20681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Question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089273" y="1314450"/>
            <a:ext cx="6965454" cy="22011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117848" y="1314450"/>
            <a:ext cx="0" cy="2201168"/>
          </a:xfrm>
          <a:prstGeom prst="line">
            <a:avLst/>
          </a:prstGeom>
          <a:noFill/>
          <a:ln w="57150">
            <a:solidFill>
              <a:srgbClr val="5DAD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48244" y="1771650"/>
            <a:ext cx="5304663" cy="67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study the philosopher as a person, rather than just their ideas?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43684" y="2753618"/>
            <a:ext cx="61137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24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person is necessary to truly understand the thought.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17073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Dimensions of Philosopher Research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457200" y="1162050"/>
            <a:ext cx="2590800" cy="134094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1181100"/>
            <a:ext cx="2590800" cy="0"/>
          </a:xfrm>
          <a:prstGeom prst="line">
            <a:avLst/>
          </a:prstGeom>
          <a:noFill/>
          <a:ln w="38100">
            <a:solidFill>
              <a:srgbClr val="5DAD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28750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Biographical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809750"/>
            <a:ext cx="2176272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experiences and thought connections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76600" y="1162050"/>
            <a:ext cx="2590800" cy="134094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76600" y="1181100"/>
            <a:ext cx="2590800" cy="0"/>
          </a:xfrm>
          <a:prstGeom prst="line">
            <a:avLst/>
          </a:prstGeom>
          <a:noFill/>
          <a:ln w="38100">
            <a:solidFill>
              <a:srgbClr val="5DAD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5200" y="1428750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Intellectual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05200" y="1809750"/>
            <a:ext cx="2176272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and evolution of theory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6000" y="1162050"/>
            <a:ext cx="2590800" cy="134094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096000" y="1181100"/>
            <a:ext cx="2590800" cy="0"/>
          </a:xfrm>
          <a:prstGeom prst="line">
            <a:avLst/>
          </a:prstGeom>
          <a:noFill/>
          <a:ln w="38100">
            <a:solidFill>
              <a:srgbClr val="5DAD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4600" y="1428750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Influence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24600" y="1809750"/>
            <a:ext cx="2176272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Teacher-student relationships and networks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807791"/>
            <a:ext cx="2590800" cy="134094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57200" y="2826841"/>
            <a:ext cx="2590800" cy="0"/>
          </a:xfrm>
          <a:prstGeom prst="line">
            <a:avLst/>
          </a:prstGeom>
          <a:noFill/>
          <a:ln w="38100">
            <a:solidFill>
              <a:srgbClr val="5DAD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074491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Temporal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3455491"/>
            <a:ext cx="2176272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context and social background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76600" y="2807791"/>
            <a:ext cx="2590800" cy="134094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276600" y="2826841"/>
            <a:ext cx="2590800" cy="0"/>
          </a:xfrm>
          <a:prstGeom prst="line">
            <a:avLst/>
          </a:prstGeom>
          <a:noFill/>
          <a:ln w="38100">
            <a:solidFill>
              <a:srgbClr val="5DAD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05200" y="3074491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Reception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05200" y="3455491"/>
            <a:ext cx="2176272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 of evaluations and influence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548925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Watsuji Tetsurō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457200" y="1314450"/>
            <a:ext cx="1991677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33"/>
              </a:lnSpc>
              <a:spcAft>
                <a:spcPts val="1800"/>
              </a:spcAft>
              <a:buNone/>
            </a:pPr>
            <a:r>
              <a:rPr lang="en-US" sz="2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1889-1960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2029867"/>
            <a:ext cx="3963924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300"/>
              </a:spcBef>
              <a:spcAft>
                <a:spcPts val="1800"/>
              </a:spcAft>
              <a:buNone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Japanese philosopher known for his work on ethics and cultural philosophy.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2959447"/>
            <a:ext cx="3963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Works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492847"/>
            <a:ext cx="3886200" cy="5715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Fūdo (Climate and Culture)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 as Human Studies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00600" y="1832074"/>
            <a:ext cx="3963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Case?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00600" y="2365474"/>
            <a:ext cx="38862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Abundant biographical materials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intellectual development trajectory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research dimensions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modern Japanese philosopher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87857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Biographical Research: Key Events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457200" y="1162050"/>
            <a:ext cx="28575" cy="2828627"/>
          </a:xfrm>
          <a:prstGeom prst="rect">
            <a:avLst/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90600" y="1162050"/>
            <a:ext cx="785012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90600" y="1405830"/>
            <a:ext cx="7850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Born in Himeji, Hyogo Prefecture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990600" y="1758255"/>
            <a:ext cx="785012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1909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90600" y="2002036"/>
            <a:ext cx="7850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Entered Tokyo Imperial University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990600" y="2354461"/>
            <a:ext cx="785012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1927-1928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90600" y="2598241"/>
            <a:ext cx="7850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study tour - Critical turning point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990600" y="2950666"/>
            <a:ext cx="785012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1934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90600" y="3194447"/>
            <a:ext cx="7850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Fūdo (Climate and Culture)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90600" y="3546872"/>
            <a:ext cx="785012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1937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90600" y="3790652"/>
            <a:ext cx="7850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"ningen-gaku" concept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24567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Intellectual Formation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457200" y="1588740"/>
            <a:ext cx="4041648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spcAft>
                <a:spcPts val="1800"/>
              </a:spcAft>
              <a:buNone/>
            </a:pPr>
            <a:r>
              <a:rPr lang="en-US" sz="165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Intellectual Genealogy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57200" y="2259211"/>
            <a:ext cx="404164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Read:</a:t>
            </a:r>
            <a:pPr algn="l" indent="0" marL="0">
              <a:lnSpc>
                <a:spcPts val="192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Nietzsche, Heidegger, Dilthey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845891"/>
            <a:ext cx="404164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Influenced by:</a:t>
            </a:r>
            <a:pPr algn="l" indent="0" marL="0">
              <a:lnSpc>
                <a:spcPts val="192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Phenomenology, hermeneutics, philosophy of life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676352"/>
            <a:ext cx="404164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Transformed:</a:t>
            </a:r>
            <a:pPr algn="l" indent="0" marL="0">
              <a:lnSpc>
                <a:spcPts val="19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individual existence to "ningen" (social existence)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24400" y="1162050"/>
            <a:ext cx="4041648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spcAft>
                <a:spcPts val="1800"/>
              </a:spcAft>
              <a:buNone/>
            </a:pPr>
            <a:r>
              <a:rPr lang="en-US" sz="165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Concepts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724400" y="1794421"/>
            <a:ext cx="3962400" cy="67047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38688" y="1794421"/>
            <a:ext cx="0" cy="670471"/>
          </a:xfrm>
          <a:prstGeom prst="line">
            <a:avLst/>
          </a:prstGeom>
          <a:noFill/>
          <a:ln w="28575">
            <a:solidFill>
              <a:srgbClr val="5DAD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1575" y="2023021"/>
            <a:ext cx="354615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Ningen: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 individual, but "between persons"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24400" y="2769691"/>
            <a:ext cx="3962400" cy="88374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738688" y="2769691"/>
            <a:ext cx="0" cy="883741"/>
          </a:xfrm>
          <a:prstGeom prst="line">
            <a:avLst/>
          </a:prstGeom>
          <a:noFill/>
          <a:ln w="28575">
            <a:solidFill>
              <a:srgbClr val="5DAD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1575" y="2998291"/>
            <a:ext cx="354615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Fūdo: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Climate/environment and culture relationship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24400" y="3958233"/>
            <a:ext cx="3962400" cy="67047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738688" y="3958233"/>
            <a:ext cx="0" cy="670471"/>
          </a:xfrm>
          <a:prstGeom prst="line">
            <a:avLst/>
          </a:prstGeom>
          <a:noFill/>
          <a:ln w="28575">
            <a:solidFill>
              <a:srgbClr val="5DAD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1575" y="4186833"/>
            <a:ext cx="354615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Aidagara: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Structure of interpersonal relationships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Process: Five Steps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457200" y="1162050"/>
            <a:ext cx="2590800" cy="1645741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39065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3317" y="144780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924050"/>
            <a:ext cx="2176272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Subject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2205930"/>
            <a:ext cx="217627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philosopher and research question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76600" y="1162050"/>
            <a:ext cx="2590800" cy="1645741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05200" y="139065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642717" y="144780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05200" y="1924050"/>
            <a:ext cx="2176272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Materials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05200" y="2205930"/>
            <a:ext cx="217627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primary and secondary sources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96000" y="1255365"/>
            <a:ext cx="2590800" cy="1459111"/>
          </a:xfrm>
          <a:prstGeom prst="roundRect">
            <a:avLst>
              <a:gd name="adj" fmla="val 5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24600" y="1483965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62117" y="154111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24600" y="2017365"/>
            <a:ext cx="2176272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24600" y="2299246"/>
            <a:ext cx="217627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multidimensional analysis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3036391"/>
            <a:ext cx="2743200" cy="1459111"/>
          </a:xfrm>
          <a:prstGeom prst="roundRect">
            <a:avLst>
              <a:gd name="adj" fmla="val 5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5800" y="3264991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3317" y="3322141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" y="3798391"/>
            <a:ext cx="233172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Synthesize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85800" y="4080272"/>
            <a:ext cx="23317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research conclusions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29000" y="3036391"/>
            <a:ext cx="2743200" cy="1459111"/>
          </a:xfrm>
          <a:prstGeom prst="roundRect">
            <a:avLst>
              <a:gd name="adj" fmla="val 5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57600" y="3264991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795117" y="3322141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657600" y="3798391"/>
            <a:ext cx="233172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657600" y="4080272"/>
            <a:ext cx="23317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research paper or biography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548925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Research Materials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457200" y="1314450"/>
            <a:ext cx="2590800" cy="685800"/>
          </a:xfrm>
          <a:prstGeom prst="rect">
            <a:avLst/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543050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Sources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381250"/>
            <a:ext cx="25908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Philosopher's complete works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Diaries and letters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notes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Unpublished manuscripts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76600" y="1314450"/>
            <a:ext cx="2590800" cy="6858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05200" y="1543050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Sources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76600" y="2381250"/>
            <a:ext cx="25908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Biographies and chronologies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papers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Memoirs by contemporaries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studies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096000" y="1314450"/>
            <a:ext cx="2590800" cy="685800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24600" y="1543050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 Sources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96000" y="2381250"/>
            <a:ext cx="25908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documents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Contemporary periodicals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archives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philosophers' works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65110" y="457200"/>
            <a:ext cx="34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3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524000"/>
            <a:ext cx="8229600" cy="2057400"/>
          </a:xfrm>
          <a:prstGeom prst="roundRect">
            <a:avLst>
              <a:gd name="adj" fmla="val 370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828800"/>
            <a:ext cx="7620000" cy="14478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philosophers through five dimensions: biographical, intellectual, influence, temporal, and reception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life experiences with thought development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systematic research methods: select, collect, analyze, synthesize, write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with case studies like Watsuji Tetsurō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74904" y="4229100"/>
            <a:ext cx="839419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your research journey today!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Studying Japanese Philosophers</dc:title>
  <dc:subject>Philosophy Research Methodology</dc:subject>
  <dc:creator>Japanese Philosophy Studies</dc:creator>
  <cp:lastModifiedBy>Japanese Philosophy Studies</cp:lastModifiedBy>
  <cp:revision>1</cp:revision>
  <dcterms:created xsi:type="dcterms:W3CDTF">2025-11-10T06:54:24Z</dcterms:created>
  <dcterms:modified xsi:type="dcterms:W3CDTF">2025-11-10T06:54:24Z</dcterms:modified>
</cp:coreProperties>
</file>