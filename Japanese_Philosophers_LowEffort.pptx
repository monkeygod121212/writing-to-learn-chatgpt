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Japanese Philosophers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Lesson Structure (90 Minutes)</a:t>
            </a:r>
          </a:p>
          <a:p>
            <a:pPr lvl="1"/>
            <a:r>
              <a:t>• 15 min — Intro &amp; Philosophers</a:t>
            </a:r>
          </a:p>
          <a:p>
            <a:pPr lvl="1"/>
            <a:r>
              <a:t>• 20 min — Zen Meditation</a:t>
            </a:r>
          </a:p>
          <a:p>
            <a:pPr lvl="1"/>
            <a:r>
              <a:t>• 25 min — Creative Mini‑Activities (low effort!)</a:t>
            </a:r>
          </a:p>
          <a:p>
            <a:pPr lvl="1"/>
            <a:r>
              <a:t>• 15 min — Final Reflection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Kūkai (774–835)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Shingon Buddhist monk &amp; scholar</a:t>
            </a:r>
          </a:p>
          <a:p>
            <a:pPr lvl="1"/>
            <a:r>
              <a:t>Art + ritual help reach enlightenment</a:t>
            </a:r>
          </a:p>
          <a:p>
            <a:pPr lvl="1"/>
            <a:r>
              <a:t>Enlightenment possible in this lifetime</a:t>
            </a:r>
          </a:p>
          <a:p>
            <a:pPr lvl="1"/>
            <a:r>
              <a:t>Symbol: Ensō-like circle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More on Kūkai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Used mantra, mudra, and mandala</a:t>
            </a:r>
          </a:p>
          <a:p>
            <a:pPr lvl="1"/>
            <a:r>
              <a:t>Believed every action reveals cosmic truth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Dōgen (1200–1253)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Founder of Sōtō Zen</a:t>
            </a:r>
          </a:p>
          <a:p>
            <a:pPr lvl="1"/>
            <a:r>
              <a:t>Zazen = enlightenment itself</a:t>
            </a:r>
          </a:p>
          <a:p>
            <a:pPr lvl="1"/>
            <a:r>
              <a:t>Be fully present in each action</a:t>
            </a:r>
          </a:p>
          <a:p>
            <a:pPr lvl="1"/>
            <a:r>
              <a:t>Symbol: Still water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More on Dōgen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'Time and existence are one' — Uji</a:t>
            </a:r>
          </a:p>
          <a:p>
            <a:pPr lvl="1"/>
            <a:r>
              <a:t>Awareness arises only in the moment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Motoori Norinaga (1730–1801)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Focused on ancient Japanese literature</a:t>
            </a:r>
          </a:p>
          <a:p>
            <a:pPr lvl="1"/>
            <a:r>
              <a:t>Truth from emotion &amp; feeling</a:t>
            </a:r>
          </a:p>
          <a:p>
            <a:pPr lvl="1"/>
            <a:r>
              <a:t>‘Mono no aware’: beauty in impermanence</a:t>
            </a:r>
          </a:p>
          <a:p>
            <a:pPr lvl="1"/>
            <a:r>
              <a:t>Symbol: Cherry blossom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More on Norinaga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Cultural identity found in mythology</a:t>
            </a:r>
          </a:p>
          <a:p>
            <a:pPr lvl="1"/>
            <a:r>
              <a:t>The heart &gt; rational thought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Nishida Kitarō (1870–1945)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Kyoto School philosopher</a:t>
            </a:r>
          </a:p>
          <a:p>
            <a:pPr lvl="1"/>
            <a:r>
              <a:t>'Pure experience' — before thought</a:t>
            </a:r>
          </a:p>
          <a:p>
            <a:pPr lvl="1"/>
            <a:r>
              <a:t>Unity of self + world</a:t>
            </a:r>
          </a:p>
          <a:p>
            <a:pPr lvl="1"/>
            <a:r>
              <a:t>Symbol: Harmony of opposites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Comparing Philosophies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Kūkai — Ritual → enlightenment</a:t>
            </a:r>
          </a:p>
          <a:p>
            <a:pPr lvl="1"/>
            <a:r>
              <a:t>Dōgen — Meditation → enlightenment</a:t>
            </a:r>
          </a:p>
          <a:p>
            <a:pPr lvl="1"/>
            <a:r>
              <a:t>Norinaga — Feeling → cultural truth</a:t>
            </a:r>
          </a:p>
          <a:p>
            <a:pPr lvl="1"/>
            <a:r>
              <a:t>Nishida — Experience → unity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Quick Meditation Activity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Sit comfortably, breathe naturally</a:t>
            </a:r>
          </a:p>
          <a:p>
            <a:pPr lvl="1"/>
            <a:r>
              <a:t>Try 3 mins of zazen focus</a:t>
            </a:r>
          </a:p>
          <a:p>
            <a:pPr lvl="1"/>
            <a:r>
              <a:t>How does awareness shift?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LOW‑EFFORT Creative Options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Pick ONE small task:</a:t>
            </a:r>
          </a:p>
          <a:p>
            <a:pPr lvl="1"/>
            <a:r>
              <a:t>Write a 2‑line mono no aware poem</a:t>
            </a:r>
          </a:p>
          <a:p>
            <a:pPr lvl="1"/>
            <a:r>
              <a:t>Sketch a symbol for a philosopher</a:t>
            </a:r>
          </a:p>
          <a:p>
            <a:pPr lvl="1"/>
            <a:r>
              <a:t>Describe a moment of pure experience</a:t>
            </a:r>
          </a:p>
          <a:p>
            <a:pPr lvl="1"/>
            <a:r>
              <a:t>Create a simple mantra phrase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Exit Ticket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Which philosophy felt most relatable?</a:t>
            </a:r>
          </a:p>
          <a:p>
            <a:pPr lvl="1"/>
            <a:r>
              <a:t>Why would that thinker be your guide?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