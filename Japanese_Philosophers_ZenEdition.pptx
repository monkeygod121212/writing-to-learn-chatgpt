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1" r:id="rId8"/>
    <p:sldId id="262" r:id="rId9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Japanese Philosophers: Mantra Creation Activity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Exploring Thought Through Simple Phrases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Kūkai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Born 774 in Shikoku, Japan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Founded Shingon Buddhism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Scholar, poet &amp; master calligrapher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Traveled to China to study esoteric Buddhism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Known for linking art + ritual to enlightenment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authentic portrait of Kūkai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Dōgen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Born 1200 in Kyoto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Founder of Sōtō Zen sect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Trained in China for several years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Taught zazen: meditation as true enlightenment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Wrote major work: Shōbōgenzō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authentic portrait of Dōgen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Motoori Norinaga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Born 1730 in Mie Prefecture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Scholar of ancient Japanese culture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Focused on Kojiki &amp; classical literature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Emphasized emotional truth &amp; identity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Major concept: Mono no 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authentic portrait of Motoori Norinaga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Nishida Kitarō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Born 1870 in Ishikawa Prefecture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Founder of Kyoto School of philosophy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Blended Eastern + Western philosophy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Introduced 'Pure Experience' theory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Explored logic, unity &amp; nothingness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authentic portrait of Nishida Kitarō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Comparing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How they approach truth &amp; enlightenment: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Kūkai — Enlightenment through ritual &amp; symbolic expression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Dōgen — Enlightenment through present-moment meditation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Norinaga — Truth through heartfelt emotion and culture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Nishida — Unity of self &amp; world through pure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Create Your Mantra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Choose a philosopher and create a short phrase: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Kūkai → Something about unity or light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Dōgen → Presence or breath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Norinaga → Feelings &amp; impermanence</a:t>
            </a:r>
          </a:p>
          <a:p>
            <a:pPr lvl="1"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Nishida → Experience &amp; oneness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4F3B24"/>
                </a:solidFill>
                <a:latin typeface="MS Mincho"/>
              </a:defRPr>
            </a:pPr>
            <a:r>
              <a:t>How does your mantra guide everyday choices?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Mantra Creation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your philosopher and write your mantra below:</a:t>
            </a:r>
          </a:p>
          <a:p/>
          <a:p>
            <a:r>
              <a:t>Philosopher: ____________________________</a:t>
            </a:r>
          </a:p>
          <a:p/>
          <a:p>
            <a:r>
              <a:t>My Mantra: ____________________________</a:t>
            </a:r>
          </a:p>
          <a:p/>
          <a:p>
            <a:r>
              <a:t>Reflection: How does this guide my daily choices?</a:t>
            </a:r>
          </a:p>
          <a:p>
            <a:r>
              <a:t>________________________________________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Recap &amp; Reflection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Which philosopher emphasized enlightenment through ritual and art?</a:t>
            </a:r>
          </a:p>
          <a:p>
            <a:r>
              <a:t>   a) Dōgen   b) Kūkai   c) Norinaga</a:t>
            </a:r>
          </a:p>
          <a:p/>
          <a:p>
            <a:r>
              <a:t>2. Who taught that meditation itself is enlightenment?</a:t>
            </a:r>
          </a:p>
          <a:p>
            <a:r>
              <a:t>   a) Nishida   b) Dōgen   c) Kūkai</a:t>
            </a:r>
          </a:p>
          <a:p/>
          <a:p>
            <a:r>
              <a:t>3. Whose ideas focused on emotion and cultural identity?</a:t>
            </a:r>
          </a:p>
          <a:p>
            <a:r>
              <a:t>   a) Norinaga   b) Nishida   c) Dōgen</a:t>
            </a:r>
          </a:p>
          <a:p/>
          <a:p>
            <a:r>
              <a:t>4. What does Nishida’s ‘pure experience’ refer to?</a:t>
            </a:r>
          </a:p>
          <a:p>
            <a:r>
              <a:t>   a) Detachment   b) Unity of self &amp; world   c) Logic &amp; reasoning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Japanese Philosophers: Mantra Creation Activity</vt:lpstr>
      <vt:lpstr>Kūkai Biography</vt:lpstr>
      <vt:lpstr>Dōgen Biography</vt:lpstr>
      <vt:lpstr>Motoori Norinaga Biography</vt:lpstr>
      <vt:lpstr>Nishida Kitarō Biography</vt:lpstr>
      <vt:lpstr>Comparing Philosophies</vt:lpstr>
      <vt:lpstr>Create Your Mantra</vt:lpstr>
      <vt:lpstr>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Arnav Kapoor</cp:lastModifiedBy>
  <cp:revision>2</cp:revision>
  <dcterms:created xsi:type="dcterms:W3CDTF">2013-01-27T09:14:16Z</dcterms:created>
  <dcterms:modified xsi:type="dcterms:W3CDTF">2025-11-10T07:15:23Z</dcterms:modified>
  <cp:category/>
</cp:coreProperties>
</file>