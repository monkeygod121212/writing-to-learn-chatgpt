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Japanese Philosophers: Lesson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Major Thinkers and Activities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Explore key Japanese philosophers</a:t>
            </a:r>
          </a:p>
          <a:p>
            <a:r>
              <a:t>• Understand major philosophical ideas</a:t>
            </a:r>
          </a:p>
          <a:p>
            <a:r>
              <a:t>• Compare approaches to truth and meaning</a:t>
            </a:r>
          </a:p>
          <a:p>
            <a:r>
              <a:t>• Engage with interactive activities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Philosophers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Kūkai (Shingon Buddhism)</a:t>
            </a:r>
          </a:p>
          <a:p>
            <a:r>
              <a:t>• Dōgen (Zen Buddhism)</a:t>
            </a:r>
          </a:p>
          <a:p>
            <a:r>
              <a:t>• Motoori Norinaga (Kokugaku / Shinto)</a:t>
            </a:r>
          </a:p>
          <a:p>
            <a:r>
              <a:t>• Nishida Kitarō (Kyoto School)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Kūkai (774–835)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Founder of Shingon Buddhism</a:t>
            </a:r>
          </a:p>
          <a:p>
            <a:r>
              <a:t>• Enlightenment through ritual, mantra, art</a:t>
            </a:r>
          </a:p>
          <a:p>
            <a:r>
              <a:t>• Art as expression of spiritual truth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Dōgen (1200–1253)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Zen master</a:t>
            </a:r>
          </a:p>
          <a:p>
            <a:r>
              <a:t>• Zazen meditation: practice is enlightenment</a:t>
            </a:r>
          </a:p>
          <a:p>
            <a:r>
              <a:t>• Emphasis on living fully in the present moment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Motoori Norinaga (1730–1801)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Kokugaku scholar</a:t>
            </a:r>
          </a:p>
          <a:p>
            <a:r>
              <a:t>• Emotional sensitivity as truth</a:t>
            </a:r>
          </a:p>
          <a:p>
            <a:r>
              <a:t>• Mono no aware — awareness of life’s impermanence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Nishida Kitarō (1870–1945)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Founder of Kyoto School</a:t>
            </a:r>
          </a:p>
          <a:p>
            <a:r>
              <a:t>• Pure experience: awareness before thought</a:t>
            </a:r>
          </a:p>
          <a:p>
            <a:r>
              <a:t>• Overcoming the separation of self and world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Philosophies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Buddhism vs. Shinto influences</a:t>
            </a:r>
          </a:p>
          <a:p>
            <a:r>
              <a:t>• Emotion vs. discipline vs. unity</a:t>
            </a:r>
          </a:p>
          <a:p>
            <a:r>
              <a:t>• Universal truth vs. cultural identity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Gallery Walk: explore philosopher profiles</a:t>
            </a:r>
          </a:p>
          <a:p>
            <a:r>
              <a:t>• Quote Matching Challenge</a:t>
            </a:r>
          </a:p>
          <a:p>
            <a:r>
              <a:t>• Mini Zen Meditation (2–3 minutes)</a:t>
            </a:r>
          </a:p>
          <a:p>
            <a:r>
              <a:t>• Creative poetry/observation exercises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the path to a meaningful life?</a:t>
            </a:r>
          </a:p>
          <a:p>
            <a:r>
              <a:t>• Are emotions or logic more important?</a:t>
            </a:r>
          </a:p>
          <a:p>
            <a:r>
              <a:t>• Which philosophy feels most relevant today and why?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Reflection writing</a:t>
            </a:r>
          </a:p>
          <a:p>
            <a:r>
              <a:t>• Zen garden model</a:t>
            </a:r>
          </a:p>
          <a:p>
            <a:r>
              <a:t>• Research modern influence</a:t>
            </a:r>
          </a:p>
          <a:p>
            <a:r>
              <a:t>• Compare Japanese vs. other philosophical traditions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