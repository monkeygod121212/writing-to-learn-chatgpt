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Japanese Philosophers: 90-Minute Lesson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 Dive into Philosophy, Culture &amp; Practice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Structure (90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15 min — Intro &amp; Philosophers Overview</a:t>
            </a:r>
          </a:p>
          <a:p>
            <a:r>
              <a:t>• 40 min — Gallery Walk + Discussion</a:t>
            </a:r>
          </a:p>
          <a:p>
            <a:r>
              <a:t>• 15 min — Zen Meditation &amp; Reflection</a:t>
            </a:r>
          </a:p>
          <a:p>
            <a:r>
              <a:t>• 20 min — Creative Activity + Sharing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Kūkai (774–835) — Shingon Buddhism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Scholar, monk, poet and calligrapher</a:t>
            </a:r>
          </a:p>
          <a:p>
            <a:r>
              <a:t>• Introduced Esoteric Buddhism to Japan</a:t>
            </a:r>
          </a:p>
          <a:p>
            <a:r>
              <a:t>• Believed enlightenment is attainable in this life</a:t>
            </a:r>
          </a:p>
          <a:p>
            <a:r>
              <a:t>• Mantra, mudra (hand gestures), and mandalas help access cosmic truth</a:t>
            </a:r>
          </a:p>
          <a:p>
            <a:r>
              <a:t>• Art and language as bridges between humans and divine energy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Dōgen (1200–1253) — Zen Master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Founder of Sōtō Zen School in Japan</a:t>
            </a:r>
          </a:p>
          <a:p>
            <a:r>
              <a:t>• True wisdom comes from direct experience, not books</a:t>
            </a:r>
          </a:p>
          <a:p>
            <a:r>
              <a:t>• Zazen: sitting meditation is enlightenment itself</a:t>
            </a:r>
          </a:p>
          <a:p>
            <a:r>
              <a:t>• Focus on the present moment — 'Every moment is the universe'</a:t>
            </a:r>
          </a:p>
          <a:p>
            <a:r>
              <a:t>• Emphasized simplicity, mindfulness and discipline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Motoori Norinaga (1730–1801) — Kokugaku Scholar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Studied ancient Japanese religion and literature</a:t>
            </a:r>
          </a:p>
          <a:p>
            <a:r>
              <a:t>• Critiqued heavy Buddhist and Confucian influences</a:t>
            </a:r>
          </a:p>
          <a:p>
            <a:r>
              <a:t>• 'Mono no aware' — sensitivity to the sadness of impermanence</a:t>
            </a:r>
          </a:p>
          <a:p>
            <a:r>
              <a:t>• Emotion reveals truth more than rational thought</a:t>
            </a:r>
          </a:p>
          <a:p>
            <a:r>
              <a:t>• Cultural identity found in mythology and everyday feeling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Nishida Kitarō (1870–1945) — Kyoto School Founder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Influenced by Western philosophy + Zen</a:t>
            </a:r>
          </a:p>
          <a:p>
            <a:r>
              <a:t>• 'Pure experience' — awareness before we divide self &amp; world</a:t>
            </a:r>
          </a:p>
          <a:p>
            <a:r>
              <a:t>• Human experience is non-dualistic and relational</a:t>
            </a:r>
          </a:p>
          <a:p>
            <a:r>
              <a:t>• Truth emerges from practice, not fixed concepts</a:t>
            </a:r>
          </a:p>
          <a:p>
            <a:r>
              <a:t>• Played major role in modern Asian philosophy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Philosophies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Kūkai — spiritual ritual connects us to a cosmic Buddha</a:t>
            </a:r>
          </a:p>
          <a:p>
            <a:r>
              <a:t>Dōgen — meditate to dissolve ego and realize enlightenment now</a:t>
            </a:r>
          </a:p>
          <a:p>
            <a:r>
              <a:t>Norinaga — emotions are truth; embrace impermanence</a:t>
            </a:r>
          </a:p>
          <a:p>
            <a:r>
              <a:t>Nishida — unite self and world through pure experience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Gallery Walk Instructions (40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Move between stations with philosopher profiles</a:t>
            </a:r>
          </a:p>
          <a:p>
            <a:r>
              <a:t>• Answer reflection prompts:</a:t>
            </a:r>
          </a:p>
          <a:p>
            <a:r>
              <a:t>  – What does this philosopher say about living well?</a:t>
            </a:r>
          </a:p>
          <a:p>
            <a:r>
              <a:t>  – What practices lead to truth or enlightenment?</a:t>
            </a:r>
          </a:p>
          <a:p>
            <a:r>
              <a:t>• Compare influences: Buddhism, Shinto, cultural identity</a:t>
            </a:r>
          </a:p>
          <a:p>
            <a:r>
              <a:t>• Group discussion halfway through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Zen Meditation Exercise (15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Learn basic posture &amp; breathing (Dōgen's zazen)</a:t>
            </a:r>
          </a:p>
          <a:p>
            <a:r>
              <a:t>• 3–5 mins silent meditation</a:t>
            </a:r>
          </a:p>
          <a:p>
            <a:r>
              <a:t>• Reflect: How did your thoughts and awareness change?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Creative Activity Options (20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Choose one:</a:t>
            </a:r>
          </a:p>
          <a:p>
            <a:r>
              <a:t>• Write a short poem capturing 'mono no aware'</a:t>
            </a:r>
          </a:p>
          <a:p>
            <a:r>
              <a:t>• Art: draw symbols reflecting each philosopher</a:t>
            </a:r>
          </a:p>
          <a:p>
            <a:r>
              <a:t>• Quick write: A moment of pure experience in your life</a:t>
            </a:r>
          </a:p>
          <a:p>
            <a:r>
              <a:t>• Create a mantra card inspired by Kūkai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Discussion &amp; Exit Ticket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Discuss:</a:t>
            </a:r>
          </a:p>
          <a:p>
            <a:r>
              <a:t>• Which philosophy seems most useful today?</a:t>
            </a:r>
          </a:p>
          <a:p>
            <a:r>
              <a:t>• How do these ideas challenge Western views?</a:t>
            </a:r>
          </a:p>
          <a:p>
            <a:r>
              <a:t>Exit Ticket:</a:t>
            </a:r>
          </a:p>
          <a:p>
            <a:r>
              <a:t>• Which philosopher would you follow and why?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