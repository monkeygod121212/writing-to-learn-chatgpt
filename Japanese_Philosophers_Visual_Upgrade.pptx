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781414"/>
                </a:solidFill>
              </a:defRPr>
            </a:pPr>
            <a:r>
              <a:t>Japanese Philosophers: Deep Dive Lesson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Visual + Interactive Learning Experience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781414"/>
                </a:solidFill>
              </a:defRPr>
            </a:pPr>
            <a:r>
              <a:t>Lesson Structure (90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• 15 min — Intro &amp; Philosopher Overview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40 min — Gallery Walk + Discussion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15 min — Zen Meditation &amp; Reflection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20 min — Creative Activities + Sharing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781414"/>
                </a:solidFill>
              </a:defRPr>
            </a:pPr>
            <a:r>
              <a:t>Kūkai (774–835) — Shingon Buddhism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• Scholar, monk, poet &amp; calligrapher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Enlightenment through ritual and art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Mandalas, mantra, and mudra reveal cosmic truth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Believed enlightenment is possible in this lifetime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Symbol: The circle of cosmic unity (Ensō-like)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1097280"/>
            <a:ext cx="914400" cy="914400"/>
          </a:xfrm>
          <a:prstGeom prst="rect">
            <a:avLst/>
          </a:prstGeom>
          <a:solidFill>
            <a:srgbClr val="B40A0A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282828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781414"/>
                </a:solidFill>
              </a:defRPr>
            </a:pPr>
            <a:r>
              <a:t>Dōgen (1200–1253) — Zen Master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• Founded Sōtō Zen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Zazen meditation IS enlightenment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Focus on full presence in each action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'Time and existence are one' — Uji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Symbol: Still water reflecting truth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1097280"/>
            <a:ext cx="914400" cy="914400"/>
          </a:xfrm>
          <a:prstGeom prst="rect">
            <a:avLst/>
          </a:prstGeom>
          <a:solidFill>
            <a:srgbClr val="1E3CA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282828"/>
                </a:solidFill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781414"/>
                </a:solidFill>
              </a:defRPr>
            </a:pPr>
            <a:r>
              <a:t>Motoori Norinaga (1730–1801) — Kokugaku Scholar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• Studied Japan’s ancient literature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Truth comes through heartfelt emotion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'Mono no aware' — beauty of impermanence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Cultural identity in mythology and feeling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Symbol: Falling cherry blossom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1097280"/>
            <a:ext cx="914400" cy="914400"/>
          </a:xfrm>
          <a:prstGeom prst="rect">
            <a:avLst/>
          </a:prstGeom>
          <a:solidFill>
            <a:srgbClr val="28782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282828"/>
                </a:solidFill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781414"/>
                </a:solidFill>
              </a:defRPr>
            </a:pPr>
            <a:r>
              <a:t>Nishida Kitarō (1870–1945) — Kyoto School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• 'Pure experience' — awareness before thought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Overcomes duality of self vs. world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East meets West philosophy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Symbol: Harmony between opposites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1097280"/>
            <a:ext cx="914400" cy="914400"/>
          </a:xfrm>
          <a:prstGeom prst="rect">
            <a:avLst/>
          </a:prstGeom>
          <a:solidFill>
            <a:srgbClr val="64288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282828"/>
                </a:solidFill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781414"/>
                </a:solidFill>
              </a:defRPr>
            </a:pPr>
            <a:r>
              <a:t>Comparing Philosophies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Kūkai — Rituals reveal cosmic enlightenment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Dōgen — Meditation reveals present-moment enlightenment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Norinaga — Emotion reveals cultural truth &amp; beauty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Nishida — Pure experience reveals unity of all existence</a:t>
            </a:r>
          </a:p>
        </p:txBody>
      </p:sp>
      <p:sp>
        <p:nvSpPr>
          <p:cNvPr id="4" name="Octagon 3"/>
          <p:cNvSpPr/>
          <p:nvPr/>
        </p:nvSpPr>
        <p:spPr>
          <a:xfrm>
            <a:off x="274320" y="1920240"/>
            <a:ext cx="8229600" cy="45720"/>
          </a:xfrm>
          <a:prstGeom prst="octagon">
            <a:avLst/>
          </a:prstGeom>
          <a:solidFill>
            <a:srgbClr val="7814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282828"/>
                </a:solidFill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781414"/>
                </a:solidFill>
              </a:defRPr>
            </a:pPr>
            <a:r>
              <a:t>Gallery Walk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• Move through philosopher stations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Answer prompts about meaning &amp; practice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Identify shared and unique ideas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Group discussion halfway through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781414"/>
                </a:solidFill>
              </a:defRPr>
            </a:pPr>
            <a:r>
              <a:t>Zen Meditation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• Posture and breath basics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3–5 mins silent meditation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Reflection: How did awareness shift?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781414"/>
                </a:solidFill>
              </a:defRPr>
            </a:pPr>
            <a:r>
              <a:t>Creative Activity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Choose one: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Write mono no aware–style poem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Sketch symbols of philosophy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Describe a moment of pure experience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Make your own mantra card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781414"/>
                </a:solidFill>
              </a:defRPr>
            </a:pPr>
            <a:r>
              <a:t>Final Discussion &amp; Exit Ticket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• Which philosophy is most relevant today?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How do these challenge Western views?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Exit Ticket: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Who would be your guide and why?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